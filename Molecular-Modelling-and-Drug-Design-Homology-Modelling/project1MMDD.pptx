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63" r:id="rId6"/>
    <p:sldId id="264" r:id="rId7"/>
    <p:sldId id="260" r:id="rId8"/>
    <p:sldId id="259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F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EE17-FE7C-E0FB-61AA-23A0974B8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C2062-AD09-E144-5E4C-8F6B39B86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8097-F715-19F4-030D-B522CE69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54072-3599-83D6-7B7E-675AD066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3536-6732-3056-B64B-B8220D12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1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AA92-27A0-28D9-C520-269B1FD5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8A6F5-FC73-3881-2457-6A10990DC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574CF-AE4C-5BCB-6C8A-DF413527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00C5-7025-E045-4367-87C38451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8839B-D690-3C32-FA97-35B4801D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5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774D-E18C-9EB7-F9D9-F2C115FA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B07C2-6860-AA52-08A5-32D64201E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AE070-AADA-5F80-71EA-386EA1B1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D439C-34FB-EBEC-0DC5-B729C7C5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83B97-026D-A98E-8E9F-1C4793A4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1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1108-7240-ABA8-7B3E-7ACC12B7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F087-83DB-18EC-5545-3AF5D9AF8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F9CC8-CA5A-082E-1CBF-836C44CEE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D58F2-AFD1-6DB8-024F-9C6F33F1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E0F4F-ED14-88E7-635A-AFD78A02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E6A0E-A716-8E6E-BBA3-50264020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1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34A0-BCD7-C57D-D348-A621952D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B8D36-3E2A-4A98-E630-B099475C0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19CA0-C389-024B-4273-2C7C272BC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E360F-3E67-D733-0CFB-CA33875DA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2FE41-923F-9092-90F4-AD03C8D84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B797C-96AD-F982-149F-6BE00FAB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FD151-75C0-3AA6-F475-8C11F6F4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4BC52-7DA9-D357-4E5A-F82D19EF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8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7CA0-EC7B-9F61-8A31-132D6F61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AFA6D-8FD2-DCC0-82ED-16047BED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CF2D2-211C-266F-1D8C-DC413D01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71493-BD28-0E97-6580-1EFD82DF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6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36041-408F-F4F2-513A-7768F38D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A8028-84FB-2278-BBE4-5001186E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BD266-3754-474A-A90F-FE226EAB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9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B39D-F909-BB93-A059-93ABBD8E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AEB6-2B19-5966-0257-7A778916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98F94-A2A0-A193-C293-8F4ECEF3F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2A21B-E76B-03DE-5BE9-C10AC2E5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50282-540D-E59B-A508-3954133C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C9602-F734-E368-ACFE-D6176648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1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BD14-888C-924E-1C72-DCCD75C7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C548D-516D-51A8-5699-062FCB86F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2F032-F529-1E47-81B7-3913928F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68D46-6ECA-B94C-8D2A-0F1E58DB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672DD-2B4E-299A-D0C3-86C4C303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065EC-D378-97AD-4215-5BE67993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FF39-54AF-16C9-AC07-75ED3DDB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19FCF-7670-086D-40CD-AD27D1D78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AC94-34D1-65E3-4653-AB6DD2FA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6AF3C-D990-3AA8-945F-38F4046F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A9DDE-A56D-9F36-9715-A19C6C9A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57802-A47C-B739-5FC6-29A0A6974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AE7CA-8347-4D58-07AD-22B4B2AF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916CB-37E6-F1ED-80B8-367D4B43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F822C-4342-170E-D824-F1531301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889F8-441C-8E59-6A24-947CF555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7D982-5B5F-FFF8-58AB-6399ED0E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82704-4366-1E33-0B0A-65A6635CB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BC04-F752-3353-7015-9290DF08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C1840-2927-4647-8649-4EED6594E4CC}" type="datetimeFigureOut">
              <a:rPr lang="en-US" smtClean="0"/>
              <a:t>19-Feb-25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D3403-35E6-88B9-486B-3E9CD12B8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11041-9EE5-1498-6C2C-5F08FE6F7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413F3-F4E5-4982-8909-F5C35303B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7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CF18-FAF0-8267-F03D-93AEEC9CA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8CB90-970F-6066-EE18-4BF2237B3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8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9B8A54A-67F5-0F6A-49EE-5523E8BB4E7D}"/>
              </a:ext>
            </a:extLst>
          </p:cNvPr>
          <p:cNvGrpSpPr/>
          <p:nvPr/>
        </p:nvGrpSpPr>
        <p:grpSpPr>
          <a:xfrm>
            <a:off x="2313879" y="1530"/>
            <a:ext cx="6666556" cy="6014120"/>
            <a:chOff x="2313879" y="1530"/>
            <a:chExt cx="6666556" cy="60141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8D9C3C0-4542-8275-5686-00D5541B0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938" r="3374"/>
            <a:stretch/>
          </p:blipFill>
          <p:spPr>
            <a:xfrm>
              <a:off x="2683814" y="120993"/>
              <a:ext cx="6296621" cy="26079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EE1CC6-81F0-58AA-587B-22644EEE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1631" y="2786064"/>
              <a:ext cx="6288804" cy="32295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91C60D-6AC2-FA03-CFD3-82F5DE10EFE2}"/>
                </a:ext>
              </a:extLst>
            </p:cNvPr>
            <p:cNvSpPr txBox="1"/>
            <p:nvPr/>
          </p:nvSpPr>
          <p:spPr>
            <a:xfrm>
              <a:off x="2313879" y="153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85278F-B50A-B966-C837-4DD882CC1A14}"/>
                </a:ext>
              </a:extLst>
            </p:cNvPr>
            <p:cNvSpPr txBox="1"/>
            <p:nvPr/>
          </p:nvSpPr>
          <p:spPr>
            <a:xfrm>
              <a:off x="2313879" y="2728912"/>
              <a:ext cx="343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01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740D3-9A52-DD3E-7594-61E789F2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7" b="14027"/>
          <a:stretch/>
        </p:blipFill>
        <p:spPr>
          <a:xfrm>
            <a:off x="1461269" y="771525"/>
            <a:ext cx="9269462" cy="2957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628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2A2311E-00AB-F772-9937-A1E58B32C052}"/>
              </a:ext>
            </a:extLst>
          </p:cNvPr>
          <p:cNvGrpSpPr/>
          <p:nvPr/>
        </p:nvGrpSpPr>
        <p:grpSpPr>
          <a:xfrm>
            <a:off x="1605783" y="306003"/>
            <a:ext cx="8626966" cy="6117402"/>
            <a:chOff x="1605783" y="306003"/>
            <a:chExt cx="8626966" cy="61174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4779BC-C669-9C8D-FEAF-171768991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9250" y="434595"/>
              <a:ext cx="8273499" cy="2537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5F289BE-F0AD-73A5-BB50-737DA20D9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6822" y="3094701"/>
              <a:ext cx="8205927" cy="33287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85FFFC-A3C1-630A-E6F4-989249ECDD21}"/>
                </a:ext>
              </a:extLst>
            </p:cNvPr>
            <p:cNvSpPr txBox="1"/>
            <p:nvPr/>
          </p:nvSpPr>
          <p:spPr>
            <a:xfrm>
              <a:off x="1605783" y="306003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9D77E4-96C1-D169-03E5-EB6867ACECB0}"/>
                </a:ext>
              </a:extLst>
            </p:cNvPr>
            <p:cNvSpPr txBox="1"/>
            <p:nvPr/>
          </p:nvSpPr>
          <p:spPr>
            <a:xfrm>
              <a:off x="1605783" y="302889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571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9C1B3EB-6F23-DB97-8CAB-AFCAA09C6A3E}"/>
              </a:ext>
            </a:extLst>
          </p:cNvPr>
          <p:cNvGrpSpPr/>
          <p:nvPr/>
        </p:nvGrpSpPr>
        <p:grpSpPr>
          <a:xfrm>
            <a:off x="401340" y="615435"/>
            <a:ext cx="10971510" cy="4870965"/>
            <a:chOff x="401340" y="615435"/>
            <a:chExt cx="10971510" cy="48709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935C7C-8B5C-A339-23F6-D39934D6D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853"/>
            <a:stretch/>
          </p:blipFill>
          <p:spPr>
            <a:xfrm>
              <a:off x="714376" y="685800"/>
              <a:ext cx="5381624" cy="4800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C60479-89F3-F2E4-1214-DACD96A2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4565"/>
            <a:stretch/>
          </p:blipFill>
          <p:spPr>
            <a:xfrm>
              <a:off x="6232813" y="1014412"/>
              <a:ext cx="5140037" cy="3783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622E5D-5238-6572-0D5E-C7A303A35BC6}"/>
                </a:ext>
              </a:extLst>
            </p:cNvPr>
            <p:cNvSpPr txBox="1"/>
            <p:nvPr/>
          </p:nvSpPr>
          <p:spPr>
            <a:xfrm>
              <a:off x="401340" y="615435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FCB645-8465-8452-AE9C-2312EF329746}"/>
                </a:ext>
              </a:extLst>
            </p:cNvPr>
            <p:cNvSpPr txBox="1"/>
            <p:nvPr/>
          </p:nvSpPr>
          <p:spPr>
            <a:xfrm>
              <a:off x="6543675" y="685800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331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9761637-3B83-66F4-7E28-A98346067F1F}"/>
              </a:ext>
            </a:extLst>
          </p:cNvPr>
          <p:cNvGrpSpPr/>
          <p:nvPr/>
        </p:nvGrpSpPr>
        <p:grpSpPr>
          <a:xfrm>
            <a:off x="3813747" y="1292542"/>
            <a:ext cx="5352972" cy="3459264"/>
            <a:chOff x="3056510" y="1135378"/>
            <a:chExt cx="5352972" cy="3459264"/>
          </a:xfrm>
        </p:grpSpPr>
        <p:pic>
          <p:nvPicPr>
            <p:cNvPr id="3" name="Picture 2" descr="A red and blue molecule&#10;&#10;AI-generated content may be incorrect.">
              <a:extLst>
                <a:ext uri="{FF2B5EF4-FFF2-40B4-BE49-F238E27FC236}">
                  <a16:creationId xmlns:a16="http://schemas.microsoft.com/office/drawing/2014/main" id="{63B6A079-90F8-128A-3CD5-4097DF87E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6510" y="1135378"/>
              <a:ext cx="5352972" cy="34592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EC92382-FB9F-6C74-5171-E37BE443AABE}"/>
                </a:ext>
              </a:extLst>
            </p:cNvPr>
            <p:cNvCxnSpPr/>
            <p:nvPr/>
          </p:nvCxnSpPr>
          <p:spPr>
            <a:xfrm>
              <a:off x="4886325" y="3429000"/>
              <a:ext cx="642937" cy="6143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87F708A-5B5C-DF9B-D3BA-35A100314510}"/>
                </a:ext>
              </a:extLst>
            </p:cNvPr>
            <p:cNvCxnSpPr/>
            <p:nvPr/>
          </p:nvCxnSpPr>
          <p:spPr>
            <a:xfrm>
              <a:off x="7358063" y="2228850"/>
              <a:ext cx="542925" cy="636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1E43C6-9F36-0D8A-6E7B-6F5BAF63B018}"/>
                </a:ext>
              </a:extLst>
            </p:cNvPr>
            <p:cNvSpPr txBox="1"/>
            <p:nvPr/>
          </p:nvSpPr>
          <p:spPr>
            <a:xfrm>
              <a:off x="7495082" y="2865010"/>
              <a:ext cx="914400" cy="36933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Coil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6E9C7D-9488-CBA4-AA2B-9BBA5677DEE0}"/>
                </a:ext>
              </a:extLst>
            </p:cNvPr>
            <p:cNvSpPr txBox="1"/>
            <p:nvPr/>
          </p:nvSpPr>
          <p:spPr>
            <a:xfrm>
              <a:off x="4729162" y="4043362"/>
              <a:ext cx="1042988" cy="371475"/>
            </a:xfrm>
            <a:prstGeom prst="rect">
              <a:avLst/>
            </a:prstGeom>
            <a:solidFill>
              <a:srgbClr val="02FEFD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Helices</a:t>
              </a:r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12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0D2B6-84AA-4D3B-6B50-25C41781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4" r="1629"/>
          <a:stretch/>
        </p:blipFill>
        <p:spPr>
          <a:xfrm>
            <a:off x="833438" y="928688"/>
            <a:ext cx="10353676" cy="5314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49B1EA-6DE7-D699-0597-A182AD2F2050}"/>
              </a:ext>
            </a:extLst>
          </p:cNvPr>
          <p:cNvSpPr txBox="1"/>
          <p:nvPr/>
        </p:nvSpPr>
        <p:spPr>
          <a:xfrm>
            <a:off x="2246710" y="6230421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https://pubmed.ncbi.nlm.nih.gov/8452685/</a:t>
            </a:r>
          </a:p>
        </p:txBody>
      </p:sp>
    </p:spTree>
    <p:extLst>
      <p:ext uri="{BB962C8B-B14F-4D97-AF65-F5344CB8AC3E}">
        <p14:creationId xmlns:p14="http://schemas.microsoft.com/office/powerpoint/2010/main" val="72860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E2180-2351-BBEA-B765-47FF95752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5" t="19357" r="4258" b="10186"/>
          <a:stretch/>
        </p:blipFill>
        <p:spPr>
          <a:xfrm>
            <a:off x="1714501" y="357151"/>
            <a:ext cx="8201025" cy="33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6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9033A-B294-52E7-C1A4-C578703A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1728787"/>
            <a:ext cx="58578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C08D1-7614-C985-6FBC-A4E622E0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847724"/>
            <a:ext cx="4667250" cy="4624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047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22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MAHREEN  NAWAZ</dc:creator>
  <cp:lastModifiedBy>MAHREEN  NAWAZ</cp:lastModifiedBy>
  <cp:revision>1</cp:revision>
  <dcterms:created xsi:type="dcterms:W3CDTF">2025-02-19T14:30:03Z</dcterms:created>
  <dcterms:modified xsi:type="dcterms:W3CDTF">2025-02-20T16:05:10Z</dcterms:modified>
</cp:coreProperties>
</file>